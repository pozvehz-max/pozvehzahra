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75ADD44-D287-4E29-8AAA-B47E4A2B1278}"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84E91806-2DB3-4787-A92D-7587588A498D}" type="slidenum">
              <a:rPr lang="en-US" smtClean="0"/>
              <a:t>‹#›</a:t>
            </a:fld>
            <a:endParaRPr 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5ADD44-D287-4E29-8AAA-B47E4A2B1278}"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75ADD44-D287-4E29-8AAA-B47E4A2B1278}" type="datetimeFigureOut">
              <a:rPr lang="en-US" smtClean="0"/>
              <a:t>12/21/2025</a:t>
            </a:fld>
            <a:endParaRPr 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91806-2DB3-4787-A92D-7587588A498D}" type="slidenum">
              <a:rPr lang="en-US" smtClean="0"/>
              <a:t>‹#›</a:t>
            </a:fld>
            <a:endParaRPr 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75ADD44-D287-4E29-8AAA-B47E4A2B1278}"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75ADD44-D287-4E29-8AAA-B47E4A2B1278}"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75ADD44-D287-4E29-8AAA-B47E4A2B1278}" type="datetimeFigureOut">
              <a:rPr lang="en-US" smtClean="0"/>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F75ADD44-D287-4E29-8AAA-B47E4A2B1278}" type="datetimeFigureOut">
              <a:rPr lang="en-US" smtClean="0"/>
              <a:t>12/21/2025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75ADD44-D287-4E29-8AAA-B47E4A2B1278}"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E91806-2DB3-4787-A92D-7587588A498D}" type="slidenum">
              <a:rPr lang="en-US" smtClean="0"/>
              <a:t>‹#›</a:t>
            </a:fld>
            <a:endParaRPr 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F75ADD44-D287-4E29-8AAA-B47E4A2B1278}" type="datetimeFigureOut">
              <a:rPr lang="en-US" smtClean="0"/>
              <a:t>12/21/2025</a:t>
            </a:fld>
            <a:endParaRPr lang="en-US"/>
          </a:p>
        </p:txBody>
      </p:sp>
      <p:sp>
        <p:nvSpPr>
          <p:cNvPr id="7" name="Slide Number Placeholder 6"/>
          <p:cNvSpPr>
            <a:spLocks noGrp="1"/>
          </p:cNvSpPr>
          <p:nvPr>
            <p:ph type="sldNum" sz="quarter" idx="12"/>
          </p:nvPr>
        </p:nvSpPr>
        <p:spPr/>
        <p:txBody>
          <a:bodyPr/>
          <a:lstStyle/>
          <a:p>
            <a:fld id="{84E91806-2DB3-4787-A92D-7587588A498D}" type="slidenum">
              <a:rPr lang="en-US" smtClean="0"/>
              <a:t>‹#›</a:t>
            </a:fld>
            <a:endParaRPr 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5ADD44-D287-4E29-8AAA-B47E4A2B1278}"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75ADD44-D287-4E29-8AAA-B47E4A2B1278}"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91806-2DB3-4787-A92D-7587588A498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F75ADD44-D287-4E29-8AAA-B47E4A2B1278}" type="datetimeFigureOut">
              <a:rPr lang="en-US" smtClean="0"/>
              <a:t>12/21/2025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84E91806-2DB3-4787-A92D-7587588A498D}" type="slidenum">
              <a:rPr lang="en-US" smtClean="0"/>
              <a:t>‹#›</a:t>
            </a:fld>
            <a:endParaRPr 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(Version Control Systems) </a:t>
            </a:r>
          </a:p>
        </p:txBody>
      </p:sp>
      <p:sp>
        <p:nvSpPr>
          <p:cNvPr id="2" name="Title 1"/>
          <p:cNvSpPr>
            <a:spLocks noGrp="1"/>
          </p:cNvSpPr>
          <p:nvPr>
            <p:ph type="ctrTitle"/>
          </p:nvPr>
        </p:nvSpPr>
        <p:spPr/>
        <p:txBody>
          <a:bodyPr/>
          <a:lstStyle/>
          <a:p>
            <a:r>
              <a:rPr lang="fa-IR" dirty="0"/>
              <a:t>«سیستم‌های کنترل نسخه» </a:t>
            </a:r>
            <a:endParaRPr lang="en-US" dirty="0"/>
          </a:p>
        </p:txBody>
      </p:sp>
    </p:spTree>
    <p:extLst>
      <p:ext uri="{BB962C8B-B14F-4D97-AF65-F5344CB8AC3E}">
        <p14:creationId xmlns:p14="http://schemas.microsoft.com/office/powerpoint/2010/main" val="322908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a-IR" dirty="0" smtClean="0"/>
              <a:t>سیستم کنترل نسخه چیست؟</a:t>
            </a:r>
            <a:endParaRPr lang="en-US" dirty="0"/>
          </a:p>
        </p:txBody>
      </p:sp>
      <p:sp>
        <p:nvSpPr>
          <p:cNvPr id="2" name="Content Placeholder 1"/>
          <p:cNvSpPr>
            <a:spLocks noGrp="1"/>
          </p:cNvSpPr>
          <p:nvPr>
            <p:ph idx="1"/>
          </p:nvPr>
        </p:nvSpPr>
        <p:spPr>
          <a:xfrm>
            <a:off x="457200" y="1752600"/>
            <a:ext cx="8229600" cy="4724400"/>
          </a:xfrm>
        </p:spPr>
        <p:txBody>
          <a:bodyPr>
            <a:normAutofit fontScale="62500" lnSpcReduction="20000"/>
          </a:bodyPr>
          <a:lstStyle/>
          <a:p>
            <a:r>
              <a:rPr lang="fa-IR" dirty="0"/>
              <a:t>دسته‌ای از ابزارهای نرم‌افزاری هستند که به یک تیم نرم‌افزاری کمک می‌کنند تا تغییراتی که در طول زمان روی «کد منبع» (</a:t>
            </a:r>
            <a:r>
              <a:rPr lang="en-US" dirty="0"/>
              <a:t>Source Code) </a:t>
            </a:r>
            <a:r>
              <a:rPr lang="fa-IR" dirty="0"/>
              <a:t>انجام می‌شود را مدیریت کنند. نرم‌افزار کنترل نسخه، هر ویرایش و تغییری در کد را روی نوع خاصی از «پایگاه داده» (</a:t>
            </a:r>
            <a:r>
              <a:rPr lang="en-US" dirty="0"/>
              <a:t>Database) </a:t>
            </a:r>
            <a:r>
              <a:rPr lang="fa-IR" dirty="0"/>
              <a:t>ردیابی می‌کند. بنابراین اگر اشتباهی در تغییر کدها اتفاق بیفتد، توسعه‌دهندگان می‌توانند زمان را به عقب بازگردانند و نسخه‌های اولیه کد را با نسخه دارای مشکل مقایسه کنند. این کار به رفع اشتباهات تیم با کمترین سطح از سختی، کمک می‌کند.</a:t>
            </a:r>
          </a:p>
          <a:p>
            <a:endParaRPr lang="fa-IR" dirty="0"/>
          </a:p>
          <a:p>
            <a:r>
              <a:rPr lang="fa-IR" dirty="0"/>
              <a:t>در پروژه‌های نرم‌افزاری که به‌صورت تیمی توسعه داده می‌شوند، توسعه‌دهندگان به‌طور هم‌زمان کدهای جدید می‌نویسند یا کدهای موجود را تغییر می‌دهند. این تغییرات ممکن است با یکدیگر ناسازگار باشند و بدون یک راهکار مناسب، باعث بروز مشکل شوند.</a:t>
            </a:r>
          </a:p>
          <a:p>
            <a:r>
              <a:rPr lang="fa-IR" dirty="0"/>
              <a:t>سیستم‌های کنترل نسخه برای مدیریت، ثبت و پیگیری تغییرات کد، جلوگیری از تداخل کارها و هماهنگی بین اعضای تیم استفاده می‌شوند.</a:t>
            </a:r>
          </a:p>
          <a:p>
            <a:endParaRPr lang="fa-IR" dirty="0"/>
          </a:p>
          <a:p>
            <a:r>
              <a:rPr lang="fa-IR" dirty="0"/>
              <a:t>کنترل نسخه امکان کار هم‌زمان توسعه‌دهندگان را بدون قفل کردن فایل‌ها فراهم می‌کند و از جریان کاری انعطاف‌پذیر و مستقل از سیستم‌عامل پشتیبانی می‌کند. همچنین به تیم‌ها کمک می‌کند تغییرات را تست کنند و در صورت بروز خطا، به نسخه‌های قبلی بازگردند.</a:t>
            </a:r>
          </a:p>
          <a:p>
            <a:endParaRPr lang="fa-IR" dirty="0"/>
          </a:p>
          <a:p>
            <a:r>
              <a:rPr lang="fa-IR" dirty="0"/>
              <a:t>نبود کنترل نسخه باعث سردرگمی، ناسازگاری کدها، نام‌گذاری‌های نادرست فایل‌ها و نگه‌داشتن کدهای بلااستفاده می‌شود. به همین دلیل، کنترل نسخه یکی از ابزارهای حیاتی در توسعه نرم‌افزار است و حتی در پروژه‌های غیرنرم‌افزاری مانند نگارش مقاله یا پایان‌نامه نیز کاربرد دارد</a:t>
            </a:r>
            <a:endParaRPr lang="en-US" dirty="0"/>
          </a:p>
        </p:txBody>
      </p:sp>
    </p:spTree>
    <p:extLst>
      <p:ext uri="{BB962C8B-B14F-4D97-AF65-F5344CB8AC3E}">
        <p14:creationId xmlns:p14="http://schemas.microsoft.com/office/powerpoint/2010/main" val="3207314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مزایای سیستم های کنترل نسخه</a:t>
            </a:r>
            <a:endParaRPr lang="en-US" dirty="0"/>
          </a:p>
        </p:txBody>
      </p:sp>
      <p:sp>
        <p:nvSpPr>
          <p:cNvPr id="3" name="Content Placeholder 2"/>
          <p:cNvSpPr>
            <a:spLocks noGrp="1"/>
          </p:cNvSpPr>
          <p:nvPr>
            <p:ph idx="1"/>
          </p:nvPr>
        </p:nvSpPr>
        <p:spPr/>
        <p:txBody>
          <a:bodyPr/>
          <a:lstStyle/>
          <a:p>
            <a:r>
              <a:rPr lang="fa-IR" dirty="0"/>
              <a:t>توسعه نرم‌افزار بدون استفاده از کنترل نسخه، مانند عدم تهیه نسخه پشتیبان، کار پرمخاطره‌ای است. کنترل نسخه می‌تواند توسعه‌دهندگان را قادر به حرکت سریع‌تر کند و به تیم‌های نرم‌افزاری امکان حفظ کارایی و چابکی را هم‌گام با بزرگ‌ترین شدن تیم و اضافه شدن توسعه‌دهندگان جدید به آن، می‌دهد.</a:t>
            </a:r>
            <a:endParaRPr lang="en-US" dirty="0"/>
          </a:p>
        </p:txBody>
      </p:sp>
    </p:spTree>
    <p:extLst>
      <p:ext uri="{BB962C8B-B14F-4D97-AF65-F5344CB8AC3E}">
        <p14:creationId xmlns:p14="http://schemas.microsoft.com/office/powerpoint/2010/main" val="1674717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08373"/>
            <a:ext cx="8153400" cy="963228"/>
          </a:xfrm>
        </p:spPr>
        <p:txBody>
          <a:bodyPr>
            <a:normAutofit fontScale="90000"/>
          </a:bodyPr>
          <a:lstStyle/>
          <a:p>
            <a:r>
              <a:rPr lang="fa-IR" dirty="0" smtClean="0"/>
              <a:t>) </a:t>
            </a:r>
            <a:r>
              <a:rPr lang="en-US" dirty="0"/>
              <a:t>Version Control Systems | VCS)</a:t>
            </a:r>
          </a:p>
        </p:txBody>
      </p:sp>
      <p:sp>
        <p:nvSpPr>
          <p:cNvPr id="3" name="Content Placeholder 2"/>
          <p:cNvSpPr>
            <a:spLocks noGrp="1"/>
          </p:cNvSpPr>
          <p:nvPr>
            <p:ph idx="1"/>
          </p:nvPr>
        </p:nvSpPr>
        <p:spPr/>
        <p:txBody>
          <a:bodyPr/>
          <a:lstStyle/>
          <a:p>
            <a:r>
              <a:rPr lang="fa-IR" dirty="0"/>
              <a:t>طی چند دهه اخیر شاهد بهبودهای قابل توجهی بوده‌اند. برخی از </a:t>
            </a:r>
            <a:r>
              <a:rPr lang="en-US" dirty="0"/>
              <a:t>VCS‌</a:t>
            </a:r>
            <a:r>
              <a:rPr lang="fa-IR" dirty="0"/>
              <a:t>ها، بهتر از برخی دیگر هستند. سیستم کنترل نسخه، گاهی نیز با عنوان ابزارهای «مدیریت کد منبع» (</a:t>
            </a:r>
            <a:r>
              <a:rPr lang="en-US" dirty="0"/>
              <a:t>Source Code Management | SCM) </a:t>
            </a:r>
            <a:r>
              <a:rPr lang="fa-IR" dirty="0"/>
              <a:t>یا «سیستم کنترل بازنگری» (</a:t>
            </a:r>
            <a:r>
              <a:rPr lang="en-US" dirty="0"/>
              <a:t>Revision Control System | RCS) </a:t>
            </a:r>
            <a:r>
              <a:rPr lang="fa-IR" dirty="0"/>
              <a:t>شناخته می‌شود. یکی از محبوب‌ترین ابزارهای سیستم کنترل نسخه، نرم‌افزار گیت است. گیت، یک «سیستم کنترل نسخه توزیع شده» (</a:t>
            </a:r>
            <a:r>
              <a:rPr lang="en-US" dirty="0"/>
              <a:t>Distributed VCS) (</a:t>
            </a:r>
            <a:r>
              <a:rPr lang="fa-IR" dirty="0"/>
              <a:t>دسته‌ای که با عنوان </a:t>
            </a:r>
            <a:r>
              <a:rPr lang="en-US" dirty="0"/>
              <a:t>DVCS </a:t>
            </a:r>
            <a:r>
              <a:rPr lang="fa-IR" dirty="0"/>
              <a:t>شناخته شده است) محسوب می‌شود. در بخش‌های بعدی این مطلب، به طور کامل به گیت پرداخته خواهد شد.</a:t>
            </a:r>
          </a:p>
          <a:p>
            <a:endParaRPr lang="en-US" dirty="0"/>
          </a:p>
        </p:txBody>
      </p:sp>
    </p:spTree>
    <p:extLst>
      <p:ext uri="{BB962C8B-B14F-4D97-AF65-F5344CB8AC3E}">
        <p14:creationId xmlns:p14="http://schemas.microsoft.com/office/powerpoint/2010/main" val="325764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a-IR" dirty="0"/>
              <a:t>)</a:t>
            </a:r>
            <a:r>
              <a:rPr lang="en-US" dirty="0" smtClean="0"/>
              <a:t>Version </a:t>
            </a:r>
            <a:r>
              <a:rPr lang="en-US" dirty="0"/>
              <a:t>Control Systems | VCS)</a:t>
            </a:r>
          </a:p>
        </p:txBody>
      </p:sp>
      <p:sp>
        <p:nvSpPr>
          <p:cNvPr id="3" name="Content Placeholder 2"/>
          <p:cNvSpPr>
            <a:spLocks noGrp="1"/>
          </p:cNvSpPr>
          <p:nvPr>
            <p:ph idx="1"/>
          </p:nvPr>
        </p:nvSpPr>
        <p:spPr/>
        <p:txBody>
          <a:bodyPr/>
          <a:lstStyle/>
          <a:p>
            <a:r>
              <a:rPr lang="fa-IR" dirty="0"/>
              <a:t>همچون دیگر انواع سیستم‌های کنترل نسخه محبوبی که این روزها در دسترس توسعه‌دهندگان هستند، گیت نیز رایگان و اوپن سورس است. صرف‌نظر از اینکه نام این سیستم‌ها چیست و کدام سیستم توسط کاربر استفاده می‌شود، مزایای اولیه‌ای که از سیستم کنترل نسخه انتظار می‌رود، به شرح زیر است.</a:t>
            </a:r>
            <a:endParaRPr lang="en-US" dirty="0"/>
          </a:p>
        </p:txBody>
      </p:sp>
    </p:spTree>
    <p:extLst>
      <p:ext uri="{BB962C8B-B14F-4D97-AF65-F5344CB8AC3E}">
        <p14:creationId xmlns:p14="http://schemas.microsoft.com/office/powerpoint/2010/main" val="397238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تاریخچه کامل و بلند مدت از هر فایل: </a:t>
            </a:r>
            <a:r>
              <a:rPr lang="fa-IR" dirty="0" smtClean="0"/>
              <a:t>                      </a:t>
            </a:r>
            <a:endParaRPr lang="en-US" dirty="0"/>
          </a:p>
        </p:txBody>
      </p:sp>
      <p:sp>
        <p:nvSpPr>
          <p:cNvPr id="3" name="Content Placeholder 2"/>
          <p:cNvSpPr>
            <a:spLocks noGrp="1"/>
          </p:cNvSpPr>
          <p:nvPr>
            <p:ph idx="1"/>
          </p:nvPr>
        </p:nvSpPr>
        <p:spPr/>
        <p:txBody>
          <a:bodyPr>
            <a:normAutofit lnSpcReduction="10000"/>
          </a:bodyPr>
          <a:lstStyle/>
          <a:p>
            <a:pPr algn="r"/>
            <a:r>
              <a:rPr lang="fa-IR" dirty="0"/>
              <a:t>این یعنی همه تغییراتی که توسط کلیه افراد و طی سال‌ها روی هر فایلی انجام شده، موجود خواهد بود. این تغییرات شامل ساختن و حذف فایل‌ها و همچنین، ویرایش محتوای آن‌ها می‌شود. ابزارهای </a:t>
            </a:r>
            <a:r>
              <a:rPr lang="en-US" dirty="0"/>
              <a:t>VCS </a:t>
            </a:r>
            <a:r>
              <a:rPr lang="fa-IR" dirty="0"/>
              <a:t>گوناگون، در چگونگی مدیریت تغییر نام و جابجایی فایل‌ها با یکدیگر متفاوت هستند. این تاریخچه ممکن است شامل نام پدیدآورنده، تاریخ و یادداشت‌های نوشته شده پیرامون هر تغییر شود. داشتن تاریخچه کامل، امکان بازگشت به نسخه‌های پیشین را برای کمک به تحلیل‌های ریشه‌ای اشکالات (باگ‌ها) فراهم می‌کند و هنگامی که نیاز به رفع اشکال در نسخه‌های قدیمی‌تر نرم‌افزار است، قابلیتی حیاتی محسوب می‌شود. اگر نرم‌افزار به طور فعالانه‌ای کار کند، تقریبا هر چیزی را می‌توان به عنوان نسخه قدیمی‌تر نرم‌افزار در نظر گرفت.</a:t>
            </a:r>
            <a:endParaRPr lang="en-US" dirty="0"/>
          </a:p>
        </p:txBody>
      </p:sp>
    </p:spTree>
    <p:extLst>
      <p:ext uri="{BB962C8B-B14F-4D97-AF65-F5344CB8AC3E}">
        <p14:creationId xmlns:p14="http://schemas.microsoft.com/office/powerpoint/2010/main" val="97673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dirty="0"/>
              <a:t>امکان انشعاب و ادغام: </a:t>
            </a:r>
            <a:endParaRPr lang="en-US" dirty="0"/>
          </a:p>
        </p:txBody>
      </p:sp>
      <p:sp>
        <p:nvSpPr>
          <p:cNvPr id="3" name="Content Placeholder 2"/>
          <p:cNvSpPr>
            <a:spLocks noGrp="1"/>
          </p:cNvSpPr>
          <p:nvPr>
            <p:ph idx="1"/>
          </p:nvPr>
        </p:nvSpPr>
        <p:spPr/>
        <p:txBody>
          <a:bodyPr>
            <a:normAutofit fontScale="92500" lnSpcReduction="10000"/>
          </a:bodyPr>
          <a:lstStyle/>
          <a:p>
            <a:r>
              <a:rPr lang="fa-IR" dirty="0"/>
              <a:t>به کار گرفتن اعضای یک تیم پروژه نرم‌افزاری به گونه‌ای که به صورت هم‌زمان روی یک پروژه کار کنند، کار عاقلانه‌ای نیست؛ </a:t>
            </a:r>
            <a:r>
              <a:rPr lang="fa-IR" dirty="0" smtClean="0"/>
              <a:t>مگر</a:t>
            </a:r>
            <a:endParaRPr lang="en-US" dirty="0" smtClean="0"/>
          </a:p>
          <a:p>
            <a:r>
              <a:rPr lang="fa-IR" dirty="0"/>
              <a:t>آنکه تلاش‌های هر فرد روی جریان‌های کاملا مستقل تغییرات، مزایای خودش را داشته باشد. ساخت یک انشعاب در سیستم کنترل نسخه، چندین جریان کاری را مستقل از یکدیگر نگه می‌دارد و در عین حال، امکان ادغام این تلاش‌ها با یکدیگر را فراهم می‌کند. این امر، توسعه‌دهندگان را قادر می‌سازد تا تایید کنند که تغییرات در هر شاخه، با دیگر شاخه‌ها ناسازگار نیستند. بسیاری از تیم‌های نرم‌افزاری، امکان انشعاب برای هر ویژگی یا حتی انشعاب برای هر «انتشار» یا هر دو این موارد را فراهم می‌کنند. جریان‌های کاری متفاوتی وجود دارد که تیم‌ها می‌توانند هنگام تصمیم‌گیری پیرامون چگونگی استفاده از تسهیلات انشعاب و ادغام در سیستم‌های کنترل نسخه، از میان آن‌ها انتخاب کنند.</a:t>
            </a:r>
            <a:endParaRPr lang="en-US" dirty="0"/>
          </a:p>
        </p:txBody>
      </p:sp>
    </p:spTree>
    <p:extLst>
      <p:ext uri="{BB962C8B-B14F-4D97-AF65-F5344CB8AC3E}">
        <p14:creationId xmlns:p14="http://schemas.microsoft.com/office/powerpoint/2010/main" val="25070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dirty="0"/>
              <a:t>قابلیت ردیابی: </a:t>
            </a:r>
            <a:endParaRPr lang="en-US" dirty="0"/>
          </a:p>
        </p:txBody>
      </p:sp>
      <p:sp>
        <p:nvSpPr>
          <p:cNvPr id="3" name="Content Placeholder 2"/>
          <p:cNvSpPr>
            <a:spLocks noGrp="1"/>
          </p:cNvSpPr>
          <p:nvPr>
            <p:ph idx="1"/>
          </p:nvPr>
        </p:nvSpPr>
        <p:spPr/>
        <p:txBody>
          <a:bodyPr>
            <a:normAutofit lnSpcReduction="10000"/>
          </a:bodyPr>
          <a:lstStyle/>
          <a:p>
            <a:pPr algn="r"/>
            <a:r>
              <a:rPr lang="fa-IR" dirty="0"/>
              <a:t>وجود قابلیت ردیابی برای پیگیری هر تغییری که در نرم‌افزار انجام شده و مرتبط کردن آن به مدیریت پروژه و نرم‌افزارهای ردیابی باگ‌ مانند «جیرا» (</a:t>
            </a:r>
            <a:r>
              <a:rPr lang="en-US" dirty="0" err="1"/>
              <a:t>Jira</a:t>
            </a:r>
            <a:r>
              <a:rPr lang="en-US" dirty="0"/>
              <a:t>) </a:t>
            </a:r>
            <a:r>
              <a:rPr lang="fa-IR" dirty="0"/>
              <a:t>و وجود توانایی حاشیه‌نویسی برای هر تغییر با متنی که هدف و نیت تغییر را مشخص می‌کند، به تحلیل ریشه‌ای دلایل تغییر کمک می‌کند. داشتن تاریخچه حاشیه‌نویسی شده برای ردپای توسعه‌دهنده، در هنگام خواندن کد برای فهمیدن کاری که انجام می‌دهد و دلیل طراحی آن به این صورت، به توسعه‌دهنده کمک می‌کند که تغییرات درست و هماهنگی را انجام دهد که با طراحی بلند مدت مورد نظر سیستم سازگار است. این ویژگی، به طور ویژه برای کار کردن موثر با کدهای موروثی نیست و در توانمندسازی توسعه‌دهندگان برای تخمین کارهای بعدی با هر میزانی از صحت، نقش حیاتی دارد.</a:t>
            </a:r>
          </a:p>
          <a:p>
            <a:endParaRPr lang="en-US" dirty="0"/>
          </a:p>
        </p:txBody>
      </p:sp>
    </p:spTree>
    <p:extLst>
      <p:ext uri="{BB962C8B-B14F-4D97-AF65-F5344CB8AC3E}">
        <p14:creationId xmlns:p14="http://schemas.microsoft.com/office/powerpoint/2010/main" val="111032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GIT</a:t>
            </a:r>
            <a:endParaRPr lang="en-US" dirty="0"/>
          </a:p>
        </p:txBody>
      </p:sp>
      <p:sp>
        <p:nvSpPr>
          <p:cNvPr id="3" name="Content Placeholder 2"/>
          <p:cNvSpPr>
            <a:spLocks noGrp="1"/>
          </p:cNvSpPr>
          <p:nvPr>
            <p:ph idx="1"/>
          </p:nvPr>
        </p:nvSpPr>
        <p:spPr/>
        <p:txBody>
          <a:bodyPr/>
          <a:lstStyle/>
          <a:p>
            <a:pPr algn="r"/>
            <a:r>
              <a:rPr lang="fa-IR" dirty="0"/>
              <a:t>در حالی این امکان برای توسعه‌دهندگان وجود دارد که بدون استفاده از هر سیستم کنترل نسخه‌ای کار کنند، انجام چنین کاری پروژه را در خطر بزرگی قرار می‌دهد ک هیچ تیم تخصصی نمی‌تواند پذیرای آن باشد. بنابراین، اکنون پرسشی که مطرح می‌شود این است که از کدام سیستم کنترل نسخه باید استفاده کرد. انواع مختلفی از سیستم‌های کنترل نسخه وجود دارد و برای هر یک از این انواع نیز نمونه‌های گوناگونی موجود است؛ اما توصیه این مطلب، استفاده از سیستم کنترل نسخه گیت (</a:t>
            </a:r>
            <a:r>
              <a:rPr lang="en-US" dirty="0" err="1"/>
              <a:t>Git</a:t>
            </a:r>
            <a:r>
              <a:rPr lang="en-US" dirty="0"/>
              <a:t>) </a:t>
            </a:r>
            <a:r>
              <a:rPr lang="fa-IR" dirty="0"/>
              <a:t>است.</a:t>
            </a:r>
            <a:endParaRPr lang="en-US" dirty="0"/>
          </a:p>
        </p:txBody>
      </p:sp>
    </p:spTree>
    <p:extLst>
      <p:ext uri="{BB962C8B-B14F-4D97-AF65-F5344CB8AC3E}">
        <p14:creationId xmlns:p14="http://schemas.microsoft.com/office/powerpoint/2010/main" val="35550527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31</TotalTime>
  <Words>1041</Words>
  <Application>Microsoft Office PowerPoint</Application>
  <PresentationFormat>On-screen Show (4:3)</PresentationFormat>
  <Paragraphs>26</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Apothecary</vt:lpstr>
      <vt:lpstr>«سیستم‌های کنترل نسخه» </vt:lpstr>
      <vt:lpstr>سیستم کنترل نسخه چیست؟</vt:lpstr>
      <vt:lpstr>مزایای سیستم های کنترل نسخه</vt:lpstr>
      <vt:lpstr>) Version Control Systems | VCS)</vt:lpstr>
      <vt:lpstr>)Version Control Systems | VCS)</vt:lpstr>
      <vt:lpstr>تاریخچه کامل و بلند مدت از هر فایل:                       </vt:lpstr>
      <vt:lpstr>امکان انشعاب و ادغام: </vt:lpstr>
      <vt:lpstr>قابلیت ردیابی: </vt:lpstr>
      <vt:lpstr>GIT</vt:lpstr>
    </vt:vector>
  </TitlesOfParts>
  <Company>diakov.net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«سیستم‌های کنترل نسخه»</dc:title>
  <dc:creator>RePack by Diakov</dc:creator>
  <cp:lastModifiedBy>RePack by Diakov</cp:lastModifiedBy>
  <cp:revision>3</cp:revision>
  <dcterms:created xsi:type="dcterms:W3CDTF">2025-12-21T13:09:14Z</dcterms:created>
  <dcterms:modified xsi:type="dcterms:W3CDTF">2025-12-21T13:40:49Z</dcterms:modified>
</cp:coreProperties>
</file>