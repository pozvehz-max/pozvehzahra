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6" r:id="rId3"/>
    <p:sldId id="258" r:id="rId4"/>
    <p:sldId id="262" r:id="rId5"/>
    <p:sldId id="261" r:id="rId6"/>
    <p:sldId id="259" r:id="rId7"/>
    <p:sldId id="263" r:id="rId8"/>
    <p:sldId id="260" r:id="rId9"/>
    <p:sldId id="265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0369" autoAdjust="0"/>
    <p:restoredTop sz="94660"/>
  </p:normalViewPr>
  <p:slideViewPr>
    <p:cSldViewPr>
      <p:cViewPr varScale="1">
        <p:scale>
          <a:sx n="69" d="100"/>
          <a:sy n="69" d="100"/>
        </p:scale>
        <p:origin x="-1116" y="-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04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اولویت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امتیاز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درصد تسلط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</c:v>
                </c:pt>
                <c:pt idx="1">
                  <c:v>90</c:v>
                </c:pt>
                <c:pt idx="2">
                  <c:v>40</c:v>
                </c:pt>
                <c:pt idx="3">
                  <c:v>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Column3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Column4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Column5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Column6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Sheet1!$J$2:$J$5</c:f>
              <c:numCache>
                <c:formatCode>General</c:formatCode>
                <c:ptCount val="4"/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Column7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Sheet1!$K$2:$K$5</c:f>
              <c:numCache>
                <c:formatCode>General</c:formatCode>
                <c:ptCount val="4"/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Column8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c++</c:v>
                </c:pt>
                <c:pt idx="1">
                  <c:v>c#</c:v>
                </c:pt>
                <c:pt idx="2">
                  <c:v>excel</c:v>
                </c:pt>
                <c:pt idx="3">
                  <c:v>الگوریتم</c:v>
                </c:pt>
              </c:strCache>
            </c:strRef>
          </c:cat>
          <c:val>
            <c:numRef>
              <c:f>Sheet1!$L$2:$L$5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3326336"/>
        <c:axId val="193926272"/>
      </c:barChart>
      <c:catAx>
        <c:axId val="243326336"/>
        <c:scaling>
          <c:orientation val="minMax"/>
        </c:scaling>
        <c:delete val="0"/>
        <c:axPos val="b"/>
        <c:majorTickMark val="out"/>
        <c:minorTickMark val="none"/>
        <c:tickLblPos val="nextTo"/>
        <c:crossAx val="193926272"/>
        <c:crosses val="autoZero"/>
        <c:auto val="1"/>
        <c:lblAlgn val="ctr"/>
        <c:lblOffset val="100"/>
        <c:noMultiLvlLbl val="0"/>
      </c:catAx>
      <c:valAx>
        <c:axId val="1939262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332633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6FFBE-7DF1-42EF-85C4-FCB21773C17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5D093-4007-4D21-9390-7031E6A92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7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45D093-4007-4D21-9390-7031E6A92B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4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9A0DE49-6B6F-48B8-9765-1C626D58A72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E85040BF-85CB-4131-BE4E-3D96825463E2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0" y="304800"/>
            <a:ext cx="3810000" cy="1905000"/>
          </a:xfrm>
        </p:spPr>
        <p:txBody>
          <a:bodyPr/>
          <a:lstStyle/>
          <a:p>
            <a:r>
              <a:rPr lang="fa-IR" sz="8800" dirty="0" smtClean="0">
                <a:latin typeface="Aldhabi" pitchFamily="2" charset="-78"/>
                <a:cs typeface="Aldhabi" pitchFamily="2" charset="-78"/>
              </a:rPr>
              <a:t>پروژه دانشگاهی</a:t>
            </a:r>
            <a:endParaRPr lang="en-US" sz="8800" dirty="0"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2895600"/>
            <a:ext cx="5334000" cy="3581400"/>
          </a:xfrm>
        </p:spPr>
        <p:txBody>
          <a:bodyPr>
            <a:normAutofit fontScale="40000" lnSpcReduction="20000"/>
          </a:bodyPr>
          <a:lstStyle/>
          <a:p>
            <a:pPr algn="r"/>
            <a:r>
              <a:rPr lang="fa-IR" sz="11100" dirty="0">
                <a:latin typeface="Aldhabi" pitchFamily="2" charset="-78"/>
                <a:cs typeface="Aldhabi" pitchFamily="2" charset="-78"/>
              </a:rPr>
              <a:t>نام </a:t>
            </a:r>
            <a:r>
              <a:rPr lang="fa-IR" sz="11100" dirty="0" smtClean="0">
                <a:latin typeface="Aldhabi" pitchFamily="2" charset="-78"/>
                <a:cs typeface="Aldhabi" pitchFamily="2" charset="-78"/>
              </a:rPr>
              <a:t>و نام خانوادگی:</a:t>
            </a:r>
            <a:r>
              <a:rPr lang="fa-IR" sz="9800" dirty="0" smtClean="0">
                <a:latin typeface="Aldhabi" pitchFamily="2" charset="-78"/>
                <a:cs typeface="Aldhabi" pitchFamily="2" charset="-78"/>
              </a:rPr>
              <a:t>زهراپزوه</a:t>
            </a:r>
            <a:r>
              <a:rPr lang="fa-IR" sz="11100" dirty="0" smtClean="0">
                <a:latin typeface="Aldhabi" pitchFamily="2" charset="-78"/>
                <a:cs typeface="Aldhabi" pitchFamily="2" charset="-78"/>
              </a:rPr>
              <a:t> </a:t>
            </a:r>
          </a:p>
          <a:p>
            <a:pPr algn="r"/>
            <a:r>
              <a:rPr lang="fa-IR" sz="11100" dirty="0" smtClean="0">
                <a:latin typeface="Aldhabi" pitchFamily="2" charset="-78"/>
                <a:cs typeface="Aldhabi" pitchFamily="2" charset="-78"/>
              </a:rPr>
              <a:t>رشته:</a:t>
            </a:r>
            <a:r>
              <a:rPr lang="fa-IR" sz="9800" dirty="0" smtClean="0">
                <a:latin typeface="Aldhabi" pitchFamily="2" charset="-78"/>
                <a:cs typeface="Aldhabi" pitchFamily="2" charset="-78"/>
              </a:rPr>
              <a:t>مهندسی کاپیوتر</a:t>
            </a:r>
          </a:p>
          <a:p>
            <a:pPr algn="r"/>
            <a:r>
              <a:rPr lang="fa-IR" sz="11100" dirty="0" smtClean="0">
                <a:latin typeface="Aldhabi" pitchFamily="2" charset="-78"/>
                <a:cs typeface="Aldhabi" pitchFamily="2" charset="-78"/>
              </a:rPr>
              <a:t> تاریخ:</a:t>
            </a:r>
            <a:r>
              <a:rPr lang="fa-IR" sz="9800" dirty="0" smtClean="0">
                <a:latin typeface="Aldhabi" pitchFamily="2" charset="-78"/>
                <a:cs typeface="Aldhabi" pitchFamily="2" charset="-78"/>
              </a:rPr>
              <a:t>1405/09/21 </a:t>
            </a:r>
          </a:p>
          <a:p>
            <a:pPr algn="r"/>
            <a:r>
              <a:rPr lang="fa-IR" sz="11100" dirty="0" smtClean="0">
                <a:latin typeface="Aldhabi" pitchFamily="2" charset="-78"/>
                <a:cs typeface="Aldhabi" pitchFamily="2" charset="-78"/>
              </a:rPr>
              <a:t>نام دانشگاه : </a:t>
            </a:r>
            <a:r>
              <a:rPr lang="fa-IR" sz="9800" dirty="0" smtClean="0">
                <a:latin typeface="Aldhabi" pitchFamily="2" charset="-78"/>
                <a:cs typeface="Aldhabi" pitchFamily="2" charset="-78"/>
              </a:rPr>
              <a:t>دانشگاه خوراسگان</a:t>
            </a:r>
            <a:endParaRPr lang="fa-IR" sz="9800" dirty="0">
              <a:latin typeface="Aldhabi" pitchFamily="2" charset="-78"/>
              <a:cs typeface="Aldhabi" pitchFamily="2" charset="-78"/>
            </a:endParaRPr>
          </a:p>
          <a:p>
            <a:pPr algn="r"/>
            <a:r>
              <a:rPr lang="fa-IR" sz="11100" dirty="0" smtClean="0"/>
              <a:t> </a:t>
            </a:r>
            <a:endParaRPr lang="fa-IR" sz="111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2064"/>
            <a:ext cx="1954374" cy="251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7" name="Picture 3" descr="C:\Program Files (x86)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53573"/>
            <a:ext cx="3703319" cy="378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627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905256"/>
            <a:ext cx="7239000" cy="1219200"/>
          </a:xfrm>
        </p:spPr>
        <p:txBody>
          <a:bodyPr/>
          <a:lstStyle/>
          <a:p>
            <a:r>
              <a:rPr lang="fa-IR" sz="8800" dirty="0">
                <a:latin typeface="Aldhabi" pitchFamily="2" charset="-78"/>
                <a:cs typeface="Aldhabi" pitchFamily="2" charset="-78"/>
              </a:rPr>
              <a:t>اطلاعات شخصی و مهارت‌ها</a:t>
            </a:r>
            <a:endParaRPr lang="en-US" sz="8800" dirty="0"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0800000" flipV="1">
            <a:off x="609600" y="1828800"/>
            <a:ext cx="7620000" cy="5410200"/>
          </a:xfrm>
        </p:spPr>
        <p:txBody>
          <a:bodyPr>
            <a:normAutofit/>
          </a:bodyPr>
          <a:lstStyle/>
          <a:p>
            <a:pPr algn="r"/>
            <a:r>
              <a:rPr lang="fa-IR" sz="2800" dirty="0">
                <a:latin typeface="Aldhabi" pitchFamily="2" charset="-78"/>
                <a:cs typeface="Aldhabi" pitchFamily="2" charset="-78"/>
              </a:rPr>
              <a:t>• </a:t>
            </a:r>
            <a:r>
              <a:rPr lang="fa-IR" sz="2800" dirty="0" smtClean="0">
                <a:latin typeface="Aldhabi" pitchFamily="2" charset="-78"/>
                <a:cs typeface="Aldhabi" pitchFamily="2" charset="-78"/>
              </a:rPr>
              <a:t>نام:زهراپزوه</a:t>
            </a:r>
            <a:endParaRPr lang="fa-IR" sz="2800" dirty="0">
              <a:latin typeface="Aldhabi" pitchFamily="2" charset="-78"/>
              <a:cs typeface="Aldhabi" pitchFamily="2" charset="-78"/>
            </a:endParaRPr>
          </a:p>
          <a:p>
            <a:pPr algn="r"/>
            <a:r>
              <a:rPr lang="fa-IR" sz="2800" dirty="0">
                <a:latin typeface="Aldhabi" pitchFamily="2" charset="-78"/>
                <a:cs typeface="Aldhabi" pitchFamily="2" charset="-78"/>
              </a:rPr>
              <a:t>رشته </a:t>
            </a:r>
            <a:r>
              <a:rPr lang="fa-IR" sz="2800" dirty="0" smtClean="0">
                <a:latin typeface="Aldhabi" pitchFamily="2" charset="-78"/>
                <a:cs typeface="Aldhabi" pitchFamily="2" charset="-78"/>
              </a:rPr>
              <a:t>تحصیلی:مهندسی کامپیوتر</a:t>
            </a:r>
          </a:p>
          <a:p>
            <a:pPr algn="r"/>
            <a:r>
              <a:rPr lang="en-US" sz="2800" dirty="0" smtClean="0">
                <a:latin typeface="Aldhabi" pitchFamily="2" charset="-78"/>
                <a:cs typeface="Aldhabi" pitchFamily="2" charset="-78"/>
              </a:rPr>
              <a:t>C#  C++ </a:t>
            </a:r>
            <a:r>
              <a:rPr lang="fa-IR" sz="2800" dirty="0" smtClean="0">
                <a:latin typeface="Aldhabi" pitchFamily="2" charset="-78"/>
                <a:cs typeface="Aldhabi" pitchFamily="2" charset="-78"/>
              </a:rPr>
              <a:t>مهارت‌های کلیدی:</a:t>
            </a:r>
            <a:r>
              <a:rPr lang="en-US" sz="2800" dirty="0" smtClean="0">
                <a:latin typeface="Aldhabi" pitchFamily="2" charset="-78"/>
                <a:cs typeface="Aldhabi" pitchFamily="2" charset="-78"/>
              </a:rPr>
              <a:t> </a:t>
            </a:r>
            <a:endParaRPr lang="fa-IR" sz="2800" dirty="0">
              <a:latin typeface="Aldhabi" pitchFamily="2" charset="-78"/>
              <a:cs typeface="Aldhabi" pitchFamily="2" charset="-78"/>
            </a:endParaRPr>
          </a:p>
          <a:p>
            <a:pPr algn="r"/>
            <a:r>
              <a:rPr lang="fa-IR" sz="2800" dirty="0">
                <a:latin typeface="Aldhabi" pitchFamily="2" charset="-78"/>
                <a:cs typeface="Aldhabi" pitchFamily="2" charset="-78"/>
              </a:rPr>
              <a:t>من دانشجوی مهندسی کامپیوتر هستم و علاقه‌ی زیادی به هوش مصنوعی دارم. همیشه برایم جذاب بوده که چطور می‌توان با استفاده از الگوریتم‌ها و داده‌ها، راه‌حل‌هایی ساخت که زندگی انسان را ساده‌تر و هوشمندتر کنند.</a:t>
            </a:r>
          </a:p>
          <a:p>
            <a:pPr algn="r"/>
            <a:r>
              <a:rPr lang="fa-IR" sz="2800" dirty="0">
                <a:latin typeface="Aldhabi" pitchFamily="2" charset="-78"/>
                <a:cs typeface="Aldhabi" pitchFamily="2" charset="-78"/>
              </a:rPr>
              <a:t>یکی از انگیزه‌های اصلی من، پیشرفت در حوزه‌های جدید تکنولوژی و یادگیری مهارت‌هایی است که بتوانند در آینده کاری‌ام نقش مهمی داشته باشن</a:t>
            </a:r>
            <a:r>
              <a:rPr lang="en-US" sz="2800" dirty="0" smtClean="0">
                <a:latin typeface="Aldhabi" pitchFamily="2" charset="-78"/>
                <a:cs typeface="Aldhabi" pitchFamily="2" charset="-78"/>
              </a:rPr>
              <a:t> </a:t>
            </a:r>
            <a:endParaRPr lang="fa-IR" sz="2800" dirty="0">
              <a:latin typeface="Aldhabi" pitchFamily="2" charset="-78"/>
              <a:cs typeface="Aldhabi" pitchFamily="2" charset="-78"/>
            </a:endParaRPr>
          </a:p>
          <a:p>
            <a:pPr algn="r"/>
            <a:r>
              <a:rPr lang="en-US" sz="2800" dirty="0" smtClean="0"/>
              <a:t> </a:t>
            </a:r>
            <a:endParaRPr lang="fa-IR" sz="2800" dirty="0"/>
          </a:p>
          <a:p>
            <a:endParaRPr lang="en-US" dirty="0"/>
          </a:p>
        </p:txBody>
      </p:sp>
      <p:pic>
        <p:nvPicPr>
          <p:cNvPr id="2053" name="Picture 5" descr="C:\Program Files (x86)\Microsoft Office\MEDIA\CAGCAT10\j0292982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18655"/>
            <a:ext cx="1843430" cy="181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047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77240" y="5410200"/>
            <a:ext cx="7604760" cy="381000"/>
          </a:xfrm>
        </p:spPr>
        <p:txBody>
          <a:bodyPr/>
          <a:lstStyle/>
          <a:p>
            <a:pPr algn="r"/>
            <a:r>
              <a:rPr lang="en-US" sz="4400" dirty="0" smtClean="0">
                <a:latin typeface="Aldhabi" pitchFamily="2" charset="-78"/>
                <a:cs typeface="Aldhabi" pitchFamily="2" charset="-78"/>
              </a:rPr>
              <a:t>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-304800"/>
            <a:ext cx="6781800" cy="9042400"/>
          </a:xfrm>
        </p:spPr>
      </p:pic>
    </p:spTree>
    <p:extLst>
      <p:ext uri="{BB962C8B-B14F-4D97-AF65-F5344CB8AC3E}">
        <p14:creationId xmlns:p14="http://schemas.microsoft.com/office/powerpoint/2010/main" val="1965578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0"/>
            <a:ext cx="7086600" cy="9448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9702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-533400"/>
            <a:ext cx="6477000" cy="8636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635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-1143000"/>
            <a:ext cx="7543800" cy="100584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518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1223349"/>
              </p:ext>
            </p:extLst>
          </p:nvPr>
        </p:nvGraphicFramePr>
        <p:xfrm>
          <a:off x="2133600" y="685800"/>
          <a:ext cx="6096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5132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7884" y="2838367"/>
            <a:ext cx="137160" cy="1447800"/>
          </a:xfrm>
        </p:spPr>
        <p:txBody>
          <a:bodyPr/>
          <a:lstStyle/>
          <a:p>
            <a:pPr algn="r"/>
            <a:r>
              <a:rPr lang="en-US" sz="4400" dirty="0" smtClean="0">
                <a:latin typeface="Aldhabi" pitchFamily="2" charset="-78"/>
                <a:cs typeface="Aldhabi" pitchFamily="2" charset="-78"/>
              </a:rPr>
              <a:t> </a:t>
            </a:r>
            <a:endParaRPr lang="en-US" sz="4400" dirty="0">
              <a:latin typeface="Aldhabi" pitchFamily="2" charset="-78"/>
              <a:cs typeface="Aldhabi" pitchFamily="2" charset="-78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72644" y="4362367"/>
            <a:ext cx="73914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44" y="4120525"/>
            <a:ext cx="519516" cy="443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76" y="4140712"/>
            <a:ext cx="5175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843" y="4140712"/>
            <a:ext cx="5175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771" y="4140712"/>
            <a:ext cx="5175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98032" y="3473306"/>
            <a:ext cx="135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 smtClean="0"/>
              <a:t>یادگیری پایتون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691845" y="3473306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 smtClean="0"/>
              <a:t>یادگیری هوش مصنوعی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495369" y="347330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 smtClean="0"/>
              <a:t>ساخت پروژه ورزوه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543800" y="3657972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/>
              <a:t>پیدا کردن شغل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192679" y="685800"/>
            <a:ext cx="3184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5400" dirty="0" smtClean="0"/>
              <a:t>اهداف</a:t>
            </a:r>
            <a:endParaRPr lang="en-US" sz="5400" dirty="0"/>
          </a:p>
        </p:txBody>
      </p:sp>
      <p:sp>
        <p:nvSpPr>
          <p:cNvPr id="24" name="TextBox 23"/>
          <p:cNvSpPr txBox="1"/>
          <p:nvPr/>
        </p:nvSpPr>
        <p:spPr>
          <a:xfrm>
            <a:off x="240921" y="2990767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/>
              <a:t>سه ماه اول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090648" y="2990767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/>
              <a:t>شش ماه اینده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820950" y="2990767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/>
              <a:t>تاپایان سال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645408" y="2990767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/>
              <a:t>بلند مدت</a:t>
            </a:r>
            <a:endParaRPr lang="en-US" dirty="0"/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2090648" y="704768"/>
            <a:ext cx="6096000" cy="3657599"/>
          </a:xfrm>
        </p:spPr>
        <p:txBody>
          <a:bodyPr/>
          <a:lstStyle/>
          <a:p>
            <a:pPr marL="18288" indent="0">
              <a:buNone/>
            </a:pPr>
            <a:r>
              <a:rPr lang="fa-IR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9841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" indent="0">
              <a:buNone/>
            </a:pPr>
            <a:r>
              <a:rPr lang="fa-IR" dirty="0" smtClean="0"/>
              <a:t>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77240" y="3200400"/>
            <a:ext cx="7833360" cy="3200400"/>
          </a:xfrm>
        </p:spPr>
        <p:txBody>
          <a:bodyPr/>
          <a:lstStyle/>
          <a:p>
            <a:pPr algn="r"/>
            <a:r>
              <a:rPr lang="fa-IR" sz="1600" dirty="0"/>
              <a:t>من همیشه دنبال پیشرفت هستم و برنامه دارم مهارت‌هام رو در آینده در چند زمینه مهم تقویت کنم. هدفم اینه که هم در مسیر هوش مصنوعی حرفه‌ای‌تر بشم و هم توانایی‌هام در برنامه‌نویسی و تولید محتوا رو بالا ببرم. مهم‌ترین مهارت‌هایی که قصد دارم یاد بگیرم شامل این موارد هست:</a:t>
            </a:r>
            <a:br>
              <a:rPr lang="fa-IR" sz="1600" dirty="0"/>
            </a:br>
            <a:r>
              <a:rPr lang="fa-IR" sz="1600" dirty="0"/>
              <a:t/>
            </a:r>
            <a:br>
              <a:rPr lang="fa-IR" sz="1600" dirty="0"/>
            </a:br>
            <a:r>
              <a:rPr lang="en-US" sz="1600" dirty="0"/>
              <a:t>🔹 </a:t>
            </a:r>
            <a:r>
              <a:rPr lang="fa-IR" sz="1600" dirty="0"/>
              <a:t>برنامه‌نویسی و توسعه نرم‌افزار</a:t>
            </a:r>
            <a:br>
              <a:rPr lang="fa-IR" sz="1600" dirty="0"/>
            </a:br>
            <a:r>
              <a:rPr lang="fa-IR" sz="1600" dirty="0"/>
              <a:t/>
            </a:r>
            <a:br>
              <a:rPr lang="fa-IR" sz="1600" dirty="0"/>
            </a:br>
            <a:r>
              <a:rPr lang="fa-IR" sz="1600" dirty="0"/>
              <a:t>دوست دارم در آینده این مهارت‌ها رو به سطح حرفه‌ای برسونم:</a:t>
            </a:r>
            <a:br>
              <a:rPr lang="fa-IR" sz="1600" dirty="0"/>
            </a:br>
            <a:r>
              <a:rPr lang="fa-IR" sz="1600" dirty="0"/>
              <a:t> • </a:t>
            </a:r>
            <a:r>
              <a:rPr lang="en-US" sz="1600" dirty="0"/>
              <a:t>Python </a:t>
            </a:r>
            <a:r>
              <a:rPr lang="fa-IR" sz="1600" dirty="0"/>
              <a:t>پیشرفته</a:t>
            </a:r>
            <a:br>
              <a:rPr lang="fa-IR" sz="1600" dirty="0"/>
            </a:br>
            <a:r>
              <a:rPr lang="fa-IR" sz="1600" dirty="0"/>
              <a:t> • ++</a:t>
            </a:r>
            <a:r>
              <a:rPr lang="en-US" sz="1600" dirty="0"/>
              <a:t>C </a:t>
            </a:r>
            <a:r>
              <a:rPr lang="fa-IR" sz="1600" dirty="0"/>
              <a:t>سطح بالاتر</a:t>
            </a:r>
            <a:br>
              <a:rPr lang="fa-IR" sz="1600" dirty="0"/>
            </a:br>
            <a:r>
              <a:rPr lang="fa-IR" sz="1600" dirty="0"/>
              <a:t> • </a:t>
            </a:r>
            <a:r>
              <a:rPr lang="en-US" sz="1600" dirty="0"/>
              <a:t>JavaScript </a:t>
            </a:r>
            <a:r>
              <a:rPr lang="fa-IR" sz="1600" dirty="0"/>
              <a:t>پیشرفته</a:t>
            </a:r>
            <a:br>
              <a:rPr lang="fa-IR" sz="1600" dirty="0"/>
            </a:br>
            <a:r>
              <a:rPr lang="fa-IR" sz="1600" dirty="0"/>
              <a:t> • کار با </a:t>
            </a:r>
            <a:r>
              <a:rPr lang="en-US" sz="1600" dirty="0" err="1"/>
              <a:t>Django</a:t>
            </a:r>
            <a:r>
              <a:rPr lang="en-US" sz="1600" dirty="0"/>
              <a:t> </a:t>
            </a:r>
            <a:r>
              <a:rPr lang="fa-IR" sz="1600" dirty="0"/>
              <a:t>یا </a:t>
            </a:r>
            <a:r>
              <a:rPr lang="en-US" sz="1600" dirty="0"/>
              <a:t>Flask </a:t>
            </a:r>
            <a:r>
              <a:rPr lang="fa-IR" sz="1600" dirty="0"/>
              <a:t>برای ساخت وب‌سرویس</a:t>
            </a:r>
            <a:br>
              <a:rPr lang="fa-IR" sz="1600" dirty="0"/>
            </a:br>
            <a:r>
              <a:rPr lang="fa-IR" sz="1600" dirty="0"/>
              <a:t> • یادگیری </a:t>
            </a:r>
            <a:r>
              <a:rPr lang="en-US" sz="1600" dirty="0"/>
              <a:t>Node.js </a:t>
            </a:r>
            <a:r>
              <a:rPr lang="fa-IR" sz="1600" dirty="0"/>
              <a:t>برای توسعه بک‌اند</a:t>
            </a:r>
            <a:br>
              <a:rPr lang="fa-IR" sz="1600" dirty="0"/>
            </a:br>
            <a:r>
              <a:rPr lang="fa-IR" sz="1600" dirty="0"/>
              <a:t> • </a:t>
            </a:r>
            <a:r>
              <a:rPr lang="en-US" sz="1600" dirty="0"/>
              <a:t>SQL </a:t>
            </a:r>
            <a:r>
              <a:rPr lang="fa-IR" sz="1600" dirty="0"/>
              <a:t>و دیتابیس‌ها</a:t>
            </a:r>
            <a:br>
              <a:rPr lang="fa-IR" sz="1600" dirty="0"/>
            </a:br>
            <a:r>
              <a:rPr lang="fa-IR" sz="1600" dirty="0"/>
              <a:t/>
            </a:r>
            <a:br>
              <a:rPr lang="fa-IR" sz="1600" dirty="0"/>
            </a:br>
            <a:r>
              <a:rPr lang="en-US" sz="1600" dirty="0"/>
              <a:t>🔹 </a:t>
            </a:r>
            <a:r>
              <a:rPr lang="fa-IR" sz="1600" dirty="0"/>
              <a:t>هوش مصنوعی و یادگیری ماشین</a:t>
            </a:r>
            <a:br>
              <a:rPr lang="fa-IR" sz="1600" dirty="0"/>
            </a:br>
            <a:r>
              <a:rPr lang="fa-IR" sz="1600" dirty="0"/>
              <a:t/>
            </a:r>
            <a:br>
              <a:rPr lang="fa-IR" sz="1600" dirty="0"/>
            </a:br>
            <a:r>
              <a:rPr lang="fa-IR" sz="1600" dirty="0"/>
              <a:t>قصد دارم به صورت جدی روی حوزه‌ی </a:t>
            </a:r>
            <a:r>
              <a:rPr lang="en-US" sz="1600" dirty="0"/>
              <a:t>AI </a:t>
            </a:r>
            <a:r>
              <a:rPr lang="fa-IR" sz="1600" dirty="0"/>
              <a:t>تمرکز کنم و در این زمینه‌ها مهارت کسب کنم:</a:t>
            </a:r>
            <a:br>
              <a:rPr lang="fa-IR" sz="1600" dirty="0"/>
            </a:br>
            <a:r>
              <a:rPr lang="fa-IR" sz="1600" dirty="0"/>
              <a:t> • یادگیری ماشین پیشرفته</a:t>
            </a:r>
            <a:br>
              <a:rPr lang="fa-IR" sz="1600" dirty="0"/>
            </a:br>
            <a:r>
              <a:rPr lang="fa-IR" sz="1600" dirty="0"/>
              <a:t> • یادگیری عمیق</a:t>
            </a:r>
            <a:br>
              <a:rPr lang="fa-IR" sz="1600" dirty="0"/>
            </a:br>
            <a:r>
              <a:rPr lang="fa-IR" sz="1600" dirty="0"/>
              <a:t> • </a:t>
            </a:r>
            <a:r>
              <a:rPr lang="en-US" sz="1600" dirty="0" err="1"/>
              <a:t>PyTorch</a:t>
            </a:r>
            <a:r>
              <a:rPr lang="en-US" sz="1600" dirty="0"/>
              <a:t> </a:t>
            </a:r>
            <a:r>
              <a:rPr lang="fa-IR" sz="1600" dirty="0"/>
              <a:t>حرفه‌ای</a:t>
            </a:r>
            <a:br>
              <a:rPr lang="fa-IR" sz="1600" dirty="0"/>
            </a:br>
            <a:r>
              <a:rPr lang="fa-IR" sz="1600" dirty="0"/>
              <a:t> • </a:t>
            </a:r>
            <a:r>
              <a:rPr lang="en-US" sz="1600" dirty="0"/>
              <a:t>Computer Vision</a:t>
            </a:r>
            <a:br>
              <a:rPr lang="en-US" sz="1600" dirty="0"/>
            </a:br>
            <a:r>
              <a:rPr lang="en-US" sz="1600" dirty="0"/>
              <a:t> • NLP (</a:t>
            </a:r>
            <a:r>
              <a:rPr lang="fa-IR" sz="1600" dirty="0"/>
              <a:t>پردازش زبان طبیعی)</a:t>
            </a:r>
            <a:br>
              <a:rPr lang="fa-IR" sz="1600" dirty="0"/>
            </a:br>
            <a:r>
              <a:rPr lang="fa-IR" sz="1600" dirty="0"/>
              <a:t> • تحلیل داده‌ها</a:t>
            </a:r>
            <a:br>
              <a:rPr lang="fa-IR" sz="1600" dirty="0"/>
            </a:br>
            <a:r>
              <a:rPr lang="fa-IR" sz="1600" dirty="0"/>
              <a:t> • </a:t>
            </a:r>
            <a:r>
              <a:rPr lang="en-US" sz="1600" dirty="0" err="1"/>
              <a:t>MLOps</a:t>
            </a:r>
            <a:r>
              <a:rPr lang="en-US" sz="1600" dirty="0"/>
              <a:t> (</a:t>
            </a:r>
            <a:r>
              <a:rPr lang="fa-IR" sz="1600" dirty="0"/>
              <a:t>برای استقرار و مدیریت مدل‌های هوش مصنوعی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308266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2438400"/>
            <a:ext cx="7543800" cy="3733800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en-US" sz="4800" dirty="0" smtClean="0"/>
              <a:t> </a:t>
            </a:r>
            <a:r>
              <a:rPr lang="fa-IR" sz="4800" dirty="0" smtClean="0"/>
              <a:t> @</a:t>
            </a:r>
            <a:r>
              <a:rPr lang="en-US" sz="4800" dirty="0" err="1" smtClean="0"/>
              <a:t>zahrapzv</a:t>
            </a:r>
            <a:r>
              <a:rPr lang="fa-IR" sz="4800" dirty="0" smtClean="0"/>
              <a:t>پیج ایستاگرام : </a:t>
            </a:r>
            <a:endParaRPr lang="en-US" sz="4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1295400"/>
            <a:ext cx="7391400" cy="838200"/>
          </a:xfrm>
        </p:spPr>
        <p:txBody>
          <a:bodyPr/>
          <a:lstStyle/>
          <a:p>
            <a:r>
              <a:rPr lang="fa-IR" dirty="0" smtClean="0"/>
              <a:t/>
            </a:r>
            <a:br>
              <a:rPr lang="fa-IR" dirty="0" smtClean="0"/>
            </a:br>
            <a:r>
              <a:rPr lang="fa-IR" dirty="0" smtClean="0"/>
              <a:t>شماره تماس : 09010226946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45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81400" y="5334000"/>
            <a:ext cx="4648200" cy="838200"/>
          </a:xfrm>
        </p:spPr>
        <p:txBody>
          <a:bodyPr/>
          <a:lstStyle/>
          <a:p>
            <a:pPr marL="18288" indent="0">
              <a:buNone/>
            </a:pPr>
            <a:r>
              <a:rPr lang="fa-IR" dirty="0" smtClean="0"/>
              <a:t>با تشکر وسپاس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53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101</TotalTime>
  <Words>189</Words>
  <Application>Microsoft Office PowerPoint</Application>
  <PresentationFormat>On-screen Show (4:3)</PresentationFormat>
  <Paragraphs>36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Elemental</vt:lpstr>
      <vt:lpstr>پروژه دانشگاهی</vt:lpstr>
      <vt:lpstr>اطلاعات شخصی و مهارت‌ها</vt:lpstr>
      <vt:lpstr> </vt:lpstr>
      <vt:lpstr> </vt:lpstr>
      <vt:lpstr> </vt:lpstr>
      <vt:lpstr> </vt:lpstr>
      <vt:lpstr>  </vt:lpstr>
      <vt:lpstr> </vt:lpstr>
      <vt:lpstr>من همیشه دنبال پیشرفت هستم و برنامه دارم مهارت‌هام رو در آینده در چند زمینه مهم تقویت کنم. هدفم اینه که هم در مسیر هوش مصنوعی حرفه‌ای‌تر بشم و هم توانایی‌هام در برنامه‌نویسی و تولید محتوا رو بالا ببرم. مهم‌ترین مهارت‌هایی که قصد دارم یاد بگیرم شامل این موارد هست:  🔹 برنامه‌نویسی و توسعه نرم‌افزار  دوست دارم در آینده این مهارت‌ها رو به سطح حرفه‌ای برسونم:  • Python پیشرفته  • ++C سطح بالاتر  • JavaScript پیشرفته  • کار با Django یا Flask برای ساخت وب‌سرویس  • یادگیری Node.js برای توسعه بک‌اند  • SQL و دیتابیس‌ها  🔹 هوش مصنوعی و یادگیری ماشین  قصد دارم به صورت جدی روی حوزه‌ی AI تمرکز کنم و در این زمینه‌ها مهارت کسب کنم:  • یادگیری ماشین پیشرفته  • یادگیری عمیق  • PyTorch حرفه‌ای  • Computer Vision  • NLP (پردازش زبان طبیعی)  • تحلیل داده‌ها  • MLOps (برای استقرار و مدیریت مدل‌های هوش مصنوعی</vt:lpstr>
      <vt:lpstr> شماره تماس : 09010226946</vt:lpstr>
      <vt:lpstr> </vt:lpstr>
    </vt:vector>
  </TitlesOfParts>
  <Company>diakov.net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پروژه دانشگاهی</dc:title>
  <dc:creator>RePack by Diakov</dc:creator>
  <cp:lastModifiedBy>RePack by Diakov</cp:lastModifiedBy>
  <cp:revision>11</cp:revision>
  <dcterms:created xsi:type="dcterms:W3CDTF">2025-12-11T23:55:50Z</dcterms:created>
  <dcterms:modified xsi:type="dcterms:W3CDTF">2025-12-12T21:20:47Z</dcterms:modified>
</cp:coreProperties>
</file>